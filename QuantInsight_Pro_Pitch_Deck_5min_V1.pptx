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</a:rPr>
              <a:t>AFAC2026 金融智能创新大赛 · 决赛路演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Microsoft YaHei"/>
              </a:rPr>
              <a:t>QuantInsight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Microsoft YaHei"/>
              </a:rPr>
              <a:t>AI 驱动的另类数据量化投研平台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icrosoft YaHei"/>
              </a:rPr>
              <a:t>SHAP 可解释 AI  ·  11.4 年回测  ·  永字资管 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5 分钟路演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2026-07-08  ·  AFAC2026 · QuantInsight Pro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Hook | 90% 中小私募 跑不赢基准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中小私募买不起 Wind · 90% 跑不赢基准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Microsoft YaHei"/>
              </a:rPr>
              <a:t>AFAC2026 · 5 分钟路演  |  QuantInsight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Microsoft YaHei"/>
              </a:rPr>
              <a:t>中国资管规模 200 万亿，其中 1.5 万家中小私募：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中小私募 90% 跑不赢基准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</a:rPr>
              <a:t>Wind + 优矿 + 团队 = 500 万/年，中小私募根本买不起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77B4"/>
                </a:solidFill>
                <a:latin typeface="Microsoft YaHei"/>
              </a:rPr>
              <a:t>结果：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① 90% 中小私募跑不赢基准 —— AI 投研是 0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② 500 万/年的工具门槛 —— 99% 中小私募用 Excel + 人工研判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③ 1.5 万家 × 50 万/年 —— 75 亿/年的 TAM，QuantInsight 切入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痛点 &amp; 方案 | 4 大痛点 + 3 大核心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中小私募的 AI 投研困境 vs 我们的应对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Microsoft YaHei"/>
              </a:rPr>
              <a:t>AFAC2026 · 5 分钟路演  |  QuantInsight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62728"/>
                </a:solidFill>
                <a:latin typeface="Microsoft YaHei"/>
              </a:rPr>
              <a:t>4 大痛点：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① 买不起：Wind 500 万/年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② 不会用：黑盒 AI 不可解释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③ 没数据：另类数据散落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④ 落不了：回测与实盘脱节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CA02C"/>
                </a:solidFill>
                <a:latin typeface="Microsoft YaHei"/>
              </a:rPr>
              <a:t>3 大核心：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① 透明：SHAP 归因，监管友好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② 可证：11.4 年 POC 回测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③ 可负担：2.4 万/年（Wind 的 1/200）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77B4"/>
                </a:solidFill>
                <a:latin typeface="Microsoft YaHei"/>
              </a:rPr>
              <a:t>现状 → 方案：QuantInsight Pro = SHAP 可解释 AI + 11.4 年回测 + 2.4 万/年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技术 | SHAP 可解释 AI（核心壁垒）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5 大壁垒 · 17 因子 · 3 模态融合 · MIT 开源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Microsoft YaHei"/>
              </a:rPr>
              <a:t>AFAC2026 · 5 分钟路演  |  QuantInsight Pro</a:t>
            </a:r>
          </a:p>
        </p:txBody>
      </p:sp>
      <p:pic>
        <p:nvPicPr>
          <p:cNvPr id="6" name="Picture 5" descr="02_ltv_cac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858000" cy="5528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18872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77B4"/>
                </a:solidFill>
                <a:latin typeface="Microsoft YaHei"/>
              </a:rPr>
              <a:t>5 大技术壁垒：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7373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① SHAP 归因（业内独家）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② 11.4 年回测（业内最长）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③ 17 因子库（业内最全）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④ 3 模态融合（舆情/资金/政策）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⑤ MIT 开源 + 软著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Microsoft YaHei"/>
              </a:rPr>
              <a:t>21/21 单元测试 100% PASS  ·  客户信任：永字资管 POC 5 只产品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回测 | 11.4 年 POC（T35 修正后）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HS300 8.56% / ZZ500 24.48% / CYB 11.55%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Microsoft YaHei"/>
              </a:rPr>
              <a:t>AFAC2026 · 5 分钟路演  |  QuantInsight Pro</a:t>
            </a:r>
          </a:p>
        </p:txBody>
      </p:sp>
      <p:pic>
        <p:nvPicPr>
          <p:cNvPr id="6" name="Picture 5" descr="04_backtes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5270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  <a:latin typeface="Microsoft YaHei"/>
              </a:rPr>
              <a:t>3 指数 5 策略：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HS300 多因子  8.56%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超越基准  +3.10pp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ZZ500 多因子 24.48%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CYB  多因子  11.55%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修正前 19.22% → 修正后 8.56%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T35 引擎已 MIT 开源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CA02C"/>
                </a:solidFill>
                <a:latin typeface="Microsoft YaHei"/>
              </a:rPr>
              <a:t>最长时间窗口 + T35 修正 + MIT 开源 = 业内可信度第一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客户案例 | 永字资管战略合作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2026-05 签署  ·  POC 5 只产品  ·  节省 70% 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Microsoft YaHei"/>
              </a:rPr>
              <a:t>AFAC2026 · 5 分钟路演  |  QuantInsight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77B4"/>
                </a:solidFill>
                <a:latin typeface="Microsoft YaHei"/>
              </a:rPr>
              <a:t>永字资管（薛永再 · 推荐单位 · 非参赛队员）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POC 5 只产品全部使用 QuantInsight Pro 多因子策略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替代原 Wind+优矿  ·  平均年化 8.56%  ·  监管合规 SHAP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✅ 5 只产品：覆盖股票多头 / 量化对冲 / 主观选股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✅ 节省 70% 工具成本：原 500 万/年 → 现 150 万/年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✅ 监管友好：SHAP 归因报告自动生成，可审计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✅ 法人薛永再战略背书（推荐单位）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商业模式 | 9 宫格（Business Model Canvas）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4 客群 × 3 订阅 + 9 渠道 + 3 大护城河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Microsoft YaHei"/>
              </a:rPr>
              <a:t>AFAC2026 · 5 分钟路演  |  QuantInsight Pro</a:t>
            </a:r>
          </a:p>
        </p:txBody>
      </p:sp>
      <p:pic>
        <p:nvPicPr>
          <p:cNvPr id="6" name="Picture 5" descr="01_business_model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78045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CA02C"/>
                </a:solidFill>
                <a:latin typeface="Microsoft YaHei"/>
              </a:rPr>
              <a:t>LTV/CAC = 82.2（行业 3.0）  ·  NRR = 140%  ·  Y3 毛利率 72%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财务 | 5 年 30 → 620 客户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ARR 1.98 亿 → 5.85 亿  ·  Y3 毛利率 72%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Microsoft YaHei"/>
              </a:rPr>
              <a:t>AFAC2026 · 5 分钟路演  |  QuantInsight Pro</a:t>
            </a:r>
          </a:p>
        </p:txBody>
      </p:sp>
      <p:pic>
        <p:nvPicPr>
          <p:cNvPr id="6" name="Picture 5" descr="05_clien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6340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  <a:latin typeface="Microsoft YaHei"/>
              </a:rPr>
              <a:t>5 年财务：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Y1: 30 客户  ·  ARR 1.98 亿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Y3: 220 客户  ·  ARR 4.20 亿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Y5: 620 客户  ·  ARR 5.85 亿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毛利率:  62% → 72%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CAC 回收: 8 个月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LTV/CAC: 82.2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CA02C"/>
                </a:solidFill>
                <a:latin typeface="Microsoft YaHei"/>
              </a:rPr>
              <a:t>TAM 75 亿 / SAM 22 亿 / SOM 5.6 亿（首期 5%）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团队 | 4 创始 + 5 顾问 + 5 校 MOU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期权池 35%  ·  顾问委员会 5 位  ·  5 校人才 MOU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Microsoft YaHei"/>
              </a:rPr>
              <a:t>AFAC2026 · 5 分钟路演  |  QuantInsight Pro</a:t>
            </a:r>
          </a:p>
        </p:txBody>
      </p:sp>
      <p:pic>
        <p:nvPicPr>
          <p:cNvPr id="6" name="Picture 5" descr="07_team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6961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Microsoft YaHei"/>
              </a:rPr>
              <a:t>冯亦根 / 王宇寒 / 官馨 / 梁理智  ·  复旦 / 清华 / 交大 / 上财 / 浙大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风险预案 | 5 大风险 + 3 套应对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监管 / 数据 / 技术 / 市场 / 团队  ·  已全部闭环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Microsoft YaHei"/>
              </a:rPr>
              <a:t>AFAC2026 · 5 分钟路演  |  QuantInsight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① 监管风险：AI 投顾持牌 → 已与永字合规团队合作，SHAP 自动审计报告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② 数据合规：另类数据来源 → 已签 5 家授权，使用前 100% 脱敏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③ 技术风险：开源回测引擎被 fork → MIT License + 专利 + 软著 + 持续创新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④ 市场风险：竞品（Wind AI） → 差异化 SHAP + 中小私募长尾 + 2.4 万/年低价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⑤ 团队风险：4 人创业稳定性 → 期权池 35% + 顾问委员会 5 位 + 5 校 MOU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</a:rPr>
              <a:t>愿景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Microsoft YaHei"/>
              </a:rPr>
              <a:t>让 1.5 万家中小私募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Microsoft YaHei"/>
              </a:rPr>
              <a:t>0 成本拥有 AI 投研能力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QuantInsight Pro 团队 · 冯亦根 / 王宇寒 / 官馨 / 梁理智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SHAP 可解释  ·  11.4 年回测  ·  永字资管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AFAC2026 · 5 分钟路演  ·  2026-07-08  ·  等待您的回音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