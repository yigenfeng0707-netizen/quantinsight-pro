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微软雅黑" panose="020B0503020204020204" charset="-122"/>
              </a:rPr>
              <a:t>AFAC2026 金融智能创新大赛 · 决赛路演</a:t>
            </a:r>
            <a:endParaRPr sz="2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微软雅黑" panose="020B0503020204020204" charset="-122"/>
              </a:rPr>
              <a:t>QuantInsight Pro</a:t>
            </a:r>
            <a:endParaRPr sz="5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微软雅黑" panose="020B0503020204020204" charset="-122"/>
              </a:rPr>
              <a:t>AI 驱动的另类数据量化投研平台</a:t>
            </a:r>
            <a:endParaRPr sz="26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 panose="020B0503020204020204" charset="-122"/>
              </a:rPr>
              <a:t>SHAP 可解释 AI  ·  11.4 年回测  ·  永字资管 POC</a:t>
            </a:r>
            <a:endParaRPr sz="2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5 分钟路演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2026-07-08  ·  AFAC2026 · QuantInsight Pro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Hook | 90% 中小私募 跑不赢基准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中小私募买不起 Wind · 90% 跑不赢基准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中国资管规模 200 万亿，其中 1.5 万家中小私募：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中小私募 90% 跑不赢基准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微软雅黑" panose="020B0503020204020204" charset="-122"/>
              </a:rPr>
              <a:t>Wind + 优矿 + 团队 = 500 万/年，中小私募根本买不起</a:t>
            </a:r>
            <a:endParaRPr sz="2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77B4"/>
                </a:solidFill>
                <a:latin typeface="微软雅黑" panose="020B0503020204020204" charset="-122"/>
              </a:rPr>
              <a:t>结果：</a:t>
            </a:r>
            <a:endParaRPr sz="22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微软雅黑" panose="020B0503020204020204" charset="-122"/>
              </a:rPr>
              <a:t>• ① 90% 中小私募跑不赢基准 —— AI 投研是 0</a:t>
            </a:r>
            <a:endParaRPr sz="20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微软雅黑" panose="020B0503020204020204" charset="-122"/>
              </a:rPr>
              <a:t>• ② 500 万/年的工具门槛 —— 99% 中小私募用 Excel + 人工研判</a:t>
            </a:r>
            <a:endParaRPr sz="20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微软雅黑" panose="020B0503020204020204" charset="-122"/>
              </a:rPr>
              <a:t>• ③ 1.5 万家 × 50 万/年 —— 75 亿/年的 TAM，QuantInsight 切入</a:t>
            </a:r>
            <a:endParaRPr sz="20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痛点 &amp; 方案 | 4 大痛点 + 3 大核心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中小私募的 AI 投研困境 vs 我们的应对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2728"/>
                </a:solidFill>
                <a:latin typeface="微软雅黑" panose="020B0503020204020204" charset="-122"/>
              </a:rPr>
              <a:t>4 大痛点：</a:t>
            </a:r>
            <a:endParaRPr sz="22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① 买不起：Wind 500 万/年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② 不会用：黑盒 AI 不可解释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③ 没数据：另类数据散落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④ 落不了：回测与实盘脱节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CA02C"/>
                </a:solidFill>
                <a:latin typeface="微软雅黑" panose="020B0503020204020204" charset="-122"/>
              </a:rPr>
              <a:t>3 大核心：</a:t>
            </a:r>
            <a:endParaRPr sz="220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① 透明：SHAP 归因，监管友好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② 可证：11.4 年 POC 回测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③ 可负担：2.4 万/年（Wind 的 1/200）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现状 → 方案：QuantInsight Pro = SHAP 可解释 AI + 11.4 年回测 + 2.4 万/年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技术 | SHAP 可解释 AI（核心壁垒）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5 大壁垒 · 17 因子 · 3 模态融合 · MIT 开源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2_ltv_cac_rad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6858000" cy="5528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1887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微软雅黑" panose="020B0503020204020204" charset="-122"/>
              </a:rPr>
              <a:t>5 大技术壁垒：</a:t>
            </a:r>
            <a:endParaRPr sz="20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微软雅黑" panose="020B0503020204020204" charset="-122"/>
              </a:rPr>
              <a:t>• ① SHAP 归因（业内独家）</a:t>
            </a:r>
            <a:endParaRPr sz="18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微软雅黑" panose="020B0503020204020204" charset="-122"/>
              </a:rPr>
              <a:t>• ② 11.4 年回测（业内最长）</a:t>
            </a:r>
            <a:endParaRPr sz="18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微软雅黑" panose="020B0503020204020204" charset="-122"/>
              </a:rPr>
              <a:t>• ③ 17 因子库（业内最全）</a:t>
            </a:r>
            <a:endParaRPr sz="18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微软雅黑" panose="020B0503020204020204" charset="-122"/>
              </a:rPr>
              <a:t>• ④ 3 模态融合（舆情/资金/政策）</a:t>
            </a:r>
            <a:endParaRPr sz="18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微软雅黑" panose="020B0503020204020204" charset="-122"/>
              </a:rPr>
              <a:t>• ⑤ MIT 开源 + 软著</a:t>
            </a:r>
            <a:endParaRPr sz="1800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20005" y="5276215"/>
            <a:ext cx="8142605" cy="125857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>
                <a:solidFill>
                  <a:srgbClr val="FF0000"/>
                </a:solidFill>
                <a:latin typeface="微软雅黑" panose="020B0503020204020204" charset="-122"/>
              </a:rPr>
              <a:t>21/21 单元测试 100% PASS  ·  </a:t>
            </a:r>
            <a:endParaRPr sz="1600" b="0">
              <a:solidFill>
                <a:srgbClr val="FF0000"/>
              </a:solidFill>
              <a:latin typeface="微软雅黑" panose="020B0503020204020204" charset="-122"/>
            </a:endParaRPr>
          </a:p>
          <a:p>
            <a:pPr algn="ctr"/>
            <a:r>
              <a:rPr sz="1600" b="0">
                <a:solidFill>
                  <a:srgbClr val="FF0000"/>
                </a:solidFill>
                <a:latin typeface="微软雅黑" panose="020B0503020204020204" charset="-122"/>
              </a:rPr>
              <a:t>客户信任：永字资管 POC 5 只产品</a:t>
            </a:r>
            <a:endParaRPr sz="160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回测 | 11.4 年 POC（T35 修正后）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HS300 8.56% / ZZ500 24.48% / CYB 11.55%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4_backtest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7772400" cy="45270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3 指数 5 策略：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HS300 多因子  8.56%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超越基准  +3.10pp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ZZ500 多因子 24.48%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CYB  多因子  11.55%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修正前 19.22% → 修正后 8.56%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T35 引擎已 MIT 开源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02C"/>
                </a:solidFill>
                <a:latin typeface="微软雅黑" panose="020B0503020204020204" charset="-122"/>
              </a:rPr>
              <a:t>最长时间窗口 + T35 修正 + MIT 开源 = 业内可信度第一</a:t>
            </a:r>
            <a:endParaRPr sz="160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客户案例 | 永字资管战略合作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2026-05 签署  ·  POC 5 只产品  ·  节省 70% 成本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77B4"/>
                </a:solidFill>
                <a:latin typeface="微软雅黑" panose="020B0503020204020204" charset="-122"/>
              </a:rPr>
              <a:t>永字资管（薛永再 · 推荐单位 · 非参赛队员）</a:t>
            </a:r>
            <a:endParaRPr sz="22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POC 5 只产品全部使用 QuantInsight Pro 多因子策略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替代原 Wind+优矿  ·  平均年化 8.56%  ·  监管合规 SHAP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✅ 5 只产品：覆盖股票多头 / 量化对冲 / 主观选股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✅ 节省 70% 工具成本：原 500 万/年 → 现 150 万/年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✅ 监管友好：SHAP 归因报告自动生成，可审计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微软雅黑" panose="020B0503020204020204" charset="-122"/>
              </a:rPr>
              <a:t>• ✅ 法人薛永再战略背书（推荐单位）</a:t>
            </a:r>
            <a:endParaRPr sz="18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商业模式 | 9 宫格（Business Model Canvas）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4 客群 × 3 订阅 + 9 渠道 + 3 大护城河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1_business_model_canv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1247120" cy="7804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02C"/>
                </a:solidFill>
                <a:latin typeface="微软雅黑" panose="020B0503020204020204" charset="-122"/>
              </a:rPr>
              <a:t>LTV/CAC = 82.2（行业 3.0）  ·  NRR = 140%  ·  Y3 毛利率 72%</a:t>
            </a:r>
            <a:endParaRPr sz="160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财务 | 5 年 30 → 620 客户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ARR 1.98 亿 → 5.85 亿  ·  Y3 毛利率 72%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5_client_grow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7772400" cy="46340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5 年财务：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Y1: 30 客户  ·  ARR 1.98 亿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Y3: 220 客户  ·  ARR 4.20 亿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Y5: 620 客户  ·  ARR 5.85 亿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毛利率:  62% → 72%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CAC 回收: 8 个月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微软雅黑" panose="020B0503020204020204" charset="-122"/>
              </a:rPr>
              <a:t>• LTV/CAC: 82.2</a:t>
            </a:r>
            <a:endParaRPr sz="16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02C"/>
                </a:solidFill>
                <a:latin typeface="微软雅黑" panose="020B0503020204020204" charset="-122"/>
              </a:rPr>
              <a:t>TAM 75 亿 / SAM 22 亿 / SOM 5.6 亿（首期 5%）</a:t>
            </a:r>
            <a:endParaRPr sz="160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0495"/>
            <a:ext cx="109728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团队 | 4 创始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</a:rPr>
              <a:t>人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5 分钟路演  |  QuantInsight Pro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7_team_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1247120" cy="6961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微软雅黑" panose="020B0503020204020204" charset="-122"/>
              </a:rPr>
              <a:t>愿景 | Vision</a:t>
            </a:r>
            <a:endParaRPr sz="2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微软雅黑" panose="020B0503020204020204" charset="-122"/>
              </a:rPr>
              <a:t>让 1.5 万家中小私募</a:t>
            </a:r>
            <a:endParaRPr sz="4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微软雅黑" panose="020B0503020204020204" charset="-122"/>
              </a:rPr>
              <a:t>0 成本拥有 AI 投研能力</a:t>
            </a:r>
            <a:endParaRPr sz="4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QuantInsight Pro 团队 · 冯亦根 / 王宇寒 / 官馨 / 梁理智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 panose="020B0503020204020204" charset="-122"/>
              </a:rPr>
              <a:t>SHAP 可解释  ·  11.4 年回测  ·  永字资管 POC</a:t>
            </a:r>
            <a:endParaRPr sz="16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AFAC2026 · 5 分钟路演  ·  2026-07-08  ·  等待您的回音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</Words>
  <Application>WPS 演示</Application>
  <PresentationFormat>On-screen Show (4:3)</PresentationFormat>
  <Paragraphs>143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冯亦根</cp:lastModifiedBy>
  <cp:revision>2</cp:revision>
  <dcterms:created xsi:type="dcterms:W3CDTF">2013-01-27T09:14:00Z</dcterms:created>
  <dcterms:modified xsi:type="dcterms:W3CDTF">2026-07-09T04:54:58Z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006C79DD0D4B44E2B5DFD80AEFFFFA07_12</vt:lpwstr>
  </property>
</Properties>
</file>